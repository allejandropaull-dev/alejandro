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2" r:id="rId4"/>
  </p:sldMasterIdLst>
  <p:notesMasterIdLst>
    <p:notesMasterId r:id="rId6"/>
  </p:notesMasterIdLst>
  <p:handoutMasterIdLst>
    <p:handoutMasterId r:id="rId7"/>
  </p:handoutMasterIdLst>
  <p:sldIdLst>
    <p:sldId id="257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B6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>
      <p:cViewPr varScale="1">
        <p:scale>
          <a:sx n="68" d="100"/>
          <a:sy n="68" d="100"/>
        </p:scale>
        <p:origin x="9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40" d="100"/>
        <a:sy n="40" d="100"/>
      </p:scale>
      <p:origin x="0" y="0"/>
    </p:cViewPr>
  </p:sorterViewPr>
  <p:notesViewPr>
    <p:cSldViewPr>
      <p:cViewPr varScale="1">
        <p:scale>
          <a:sx n="56" d="100"/>
          <a:sy n="56" d="100"/>
        </p:scale>
        <p:origin x="2588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2BCC5E0-87CE-D654-5869-090FEC61B7E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379AD7-7E52-627D-0244-B9B1ABCA98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D35952-00A2-4831-AF6A-5DD225107B4A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98217E-92C9-3E28-F70C-69028B12A5FD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0A502-4951-1364-744D-E9CBB1C491A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B4F626-AFCC-4115-B2D6-97F047F073F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974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43384B-093F-49E7-B8DB-F37D4F9C9E45}" type="datetimeFigureOut">
              <a:rPr lang="en-US" smtClean="0"/>
              <a:t>4/1/2026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673F96-0975-46A3-AD68-AF15F86281DE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803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7C72496-0C33-4D77-B79D-F464B1F607A0}"/>
              </a:ext>
            </a:extLst>
          </p:cNvPr>
          <p:cNvSpPr/>
          <p:nvPr userDrawn="1"/>
        </p:nvSpPr>
        <p:spPr>
          <a:xfrm>
            <a:off x="0" y="0"/>
            <a:ext cx="12192000" cy="56388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424" y="954156"/>
            <a:ext cx="9979152" cy="1490340"/>
          </a:xfrm>
        </p:spPr>
        <p:txBody>
          <a:bodyPr vert="horz" lIns="91440" tIns="182880" rIns="91440" bIns="45720" rtlCol="0" anchor="ctr">
            <a:normAutofit/>
          </a:bodyPr>
          <a:lstStyle>
            <a:lvl1pPr algn="ctr">
              <a:defRPr lang="en-US" sz="5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7500" y="5903844"/>
            <a:ext cx="6477000" cy="725556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A8A4303-5BC1-364E-C3FF-B201E9DA51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994678" y="456509"/>
            <a:ext cx="2202644" cy="365125"/>
          </a:xfrm>
          <a:prstGeom prst="rect">
            <a:avLst/>
          </a:prstGeom>
        </p:spPr>
        <p:txBody>
          <a:bodyPr vert="horz" lIns="0" tIns="45720" rIns="0" bIns="45720" rtlCol="0" anchor="b"/>
          <a:lstStyle>
            <a:lvl1pPr algn="ctr" rtl="0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algn="ctr"/>
            <a:fld id="{FBCFCED2-2A81-4B09-B633-8DCF66C5CA9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543300" y="2743200"/>
            <a:ext cx="5105400" cy="209397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1271" b="-3127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8412971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9322FE29-3C1C-0F7A-BDF0-1D619CAF0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CF7EC5-8092-8026-699B-AC3BD06DCC25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F0D61A-53F7-8096-DD88-55661051B7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D82339-661D-4F06-BAE8-DB130B3B827E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BE630-9CC3-0684-1145-B999DCD8A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AC9D4B-9B04-0E60-5E51-1FE84E3F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8208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E72157B8-6929-36E6-BA8F-C656253C287F}"/>
              </a:ext>
            </a:extLst>
          </p:cNvPr>
          <p:cNvSpPr/>
          <p:nvPr userDrawn="1"/>
        </p:nvSpPr>
        <p:spPr>
          <a:xfrm>
            <a:off x="0" y="0"/>
            <a:ext cx="12192000" cy="62518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158EE41B-8A13-D929-92DF-C0D81BA9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6144768" cy="256336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3" y="5562600"/>
            <a:ext cx="6144768" cy="52993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086600" y="1295410"/>
            <a:ext cx="5105399" cy="495646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2812" r="-22812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39873991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E4AD036-52DB-6CC7-CB46-2C6DC5194C9D}"/>
              </a:ext>
            </a:extLst>
          </p:cNvPr>
          <p:cNvSpPr/>
          <p:nvPr userDrawn="1"/>
        </p:nvSpPr>
        <p:spPr>
          <a:xfrm>
            <a:off x="6464137" y="227584"/>
            <a:ext cx="5471832" cy="63743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6024781C-FC8D-F488-8305-24881D55E707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6464137 w 12192000"/>
              <a:gd name="csY0" fmla="*/ 227584 h 6858000"/>
              <a:gd name="csX1" fmla="*/ 6464137 w 12192000"/>
              <a:gd name="csY1" fmla="*/ 6601968 h 6858000"/>
              <a:gd name="csX2" fmla="*/ 11935969 w 12192000"/>
              <a:gd name="csY2" fmla="*/ 6601968 h 6858000"/>
              <a:gd name="csX3" fmla="*/ 11935969 w 12192000"/>
              <a:gd name="csY3" fmla="*/ 227584 h 6858000"/>
              <a:gd name="csX4" fmla="*/ 0 w 12192000"/>
              <a:gd name="csY4" fmla="*/ 0 h 6858000"/>
              <a:gd name="csX5" fmla="*/ 12192000 w 12192000"/>
              <a:gd name="csY5" fmla="*/ 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6464137" y="227584"/>
                </a:moveTo>
                <a:lnTo>
                  <a:pt x="6464137" y="6601968"/>
                </a:lnTo>
                <a:lnTo>
                  <a:pt x="11935969" y="6601968"/>
                </a:lnTo>
                <a:lnTo>
                  <a:pt x="11935969" y="22758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259" b="-9259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68EE544-CAD7-9E6C-0CBE-CF75C55802E5}"/>
              </a:ext>
            </a:extLst>
          </p:cNvPr>
          <p:cNvSpPr/>
          <p:nvPr userDrawn="1"/>
        </p:nvSpPr>
        <p:spPr>
          <a:xfrm>
            <a:off x="6719944" y="483504"/>
            <a:ext cx="4960218" cy="589099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88786" y="762001"/>
            <a:ext cx="4422534" cy="3962400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44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963386" y="4920070"/>
            <a:ext cx="4447934" cy="117593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1569286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506CC24-9F3B-9474-CEAE-6E547D13A163}"/>
              </a:ext>
            </a:extLst>
          </p:cNvPr>
          <p:cNvSpPr/>
          <p:nvPr userDrawn="1"/>
        </p:nvSpPr>
        <p:spPr>
          <a:xfrm>
            <a:off x="256031" y="227584"/>
            <a:ext cx="5230369" cy="63743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4D80404-085E-0EBA-9979-358248BC290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custGeom>
            <a:avLst/>
            <a:gdLst>
              <a:gd name="csX0" fmla="*/ 256031 w 12192000"/>
              <a:gd name="csY0" fmla="*/ 227584 h 6858000"/>
              <a:gd name="csX1" fmla="*/ 256031 w 12192000"/>
              <a:gd name="csY1" fmla="*/ 6601968 h 6858000"/>
              <a:gd name="csX2" fmla="*/ 5486400 w 12192000"/>
              <a:gd name="csY2" fmla="*/ 6601968 h 6858000"/>
              <a:gd name="csX3" fmla="*/ 5486400 w 12192000"/>
              <a:gd name="csY3" fmla="*/ 227584 h 6858000"/>
              <a:gd name="csX4" fmla="*/ 0 w 12192000"/>
              <a:gd name="csY4" fmla="*/ 0 h 6858000"/>
              <a:gd name="csX5" fmla="*/ 12192000 w 12192000"/>
              <a:gd name="csY5" fmla="*/ 0 h 6858000"/>
              <a:gd name="csX6" fmla="*/ 12192000 w 12192000"/>
              <a:gd name="csY6" fmla="*/ 6858000 h 6858000"/>
              <a:gd name="csX7" fmla="*/ 0 w 12192000"/>
              <a:gd name="csY7" fmla="*/ 6858000 h 6858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2192000" h="6858000">
                <a:moveTo>
                  <a:pt x="256031" y="227584"/>
                </a:moveTo>
                <a:lnTo>
                  <a:pt x="256031" y="6601968"/>
                </a:lnTo>
                <a:lnTo>
                  <a:pt x="5486400" y="6601968"/>
                </a:lnTo>
                <a:lnTo>
                  <a:pt x="5486400" y="227584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9259" b="-9259"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3ED739-2D1F-4910-EC6A-18B2A122E1EC}"/>
              </a:ext>
            </a:extLst>
          </p:cNvPr>
          <p:cNvSpPr/>
          <p:nvPr userDrawn="1"/>
        </p:nvSpPr>
        <p:spPr>
          <a:xfrm>
            <a:off x="507909" y="483615"/>
            <a:ext cx="4722459" cy="444042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3939" y="739646"/>
            <a:ext cx="4210397" cy="392836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3938" y="5180075"/>
            <a:ext cx="4210397" cy="111658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788026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A485C29-46F5-8B5B-718F-B29132B986A2}"/>
              </a:ext>
            </a:extLst>
          </p:cNvPr>
          <p:cNvSpPr/>
          <p:nvPr userDrawn="1"/>
        </p:nvSpPr>
        <p:spPr>
          <a:xfrm>
            <a:off x="255807" y="250538"/>
            <a:ext cx="11679937" cy="635165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2BC902-1EA2-4077-E45E-EC14A0F9282A}"/>
              </a:ext>
            </a:extLst>
          </p:cNvPr>
          <p:cNvSpPr/>
          <p:nvPr userDrawn="1"/>
        </p:nvSpPr>
        <p:spPr>
          <a:xfrm flipV="1">
            <a:off x="484185" y="4693206"/>
            <a:ext cx="11222960" cy="16806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185" y="548639"/>
            <a:ext cx="11222960" cy="3818289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lang="en-US" sz="8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428" y="5019483"/>
            <a:ext cx="10666474" cy="1028054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 algn="ctr">
              <a:buNone/>
              <a:defRPr lang="en-US" sz="24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5383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1FE238E-473B-F218-4691-DBD9F72415BF}"/>
              </a:ext>
            </a:extLst>
          </p:cNvPr>
          <p:cNvSpPr/>
          <p:nvPr userDrawn="1"/>
        </p:nvSpPr>
        <p:spPr>
          <a:xfrm>
            <a:off x="256031" y="0"/>
            <a:ext cx="8025385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2646" y="556973"/>
            <a:ext cx="7312154" cy="3124201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2646" y="4572000"/>
            <a:ext cx="7312154" cy="18288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0856193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CA8560A-79D4-5B73-6291-422A0DB02141}"/>
              </a:ext>
            </a:extLst>
          </p:cNvPr>
          <p:cNvSpPr/>
          <p:nvPr userDrawn="1"/>
        </p:nvSpPr>
        <p:spPr>
          <a:xfrm>
            <a:off x="1" y="1575816"/>
            <a:ext cx="8281416" cy="5282184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2A8984A-B3BC-624A-F8E3-EAFB97645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" y="2286000"/>
            <a:ext cx="7312154" cy="4215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800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2A1CB9B-9887-69E1-E7DE-9371D28B65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032" y="356616"/>
            <a:ext cx="7312154" cy="86258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2000" dirty="0"/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11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0218739" y="356616"/>
            <a:ext cx="1572768" cy="862584"/>
          </a:xfrm>
        </p:spPr>
        <p:txBody>
          <a:bodyPr anchor="t"/>
          <a:lstStyle>
            <a:lvl1pPr algn="r">
              <a:defRPr sz="900"/>
            </a:lvl1pPr>
          </a:lstStyle>
          <a:p>
            <a:pPr algn="r"/>
            <a:fld id="{0E81673B-3FC2-4E54-8C83-4C7DC485507F}" type="datetime1">
              <a:rPr lang="en-US" smtClean="0"/>
              <a:t>4/1/2026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3707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56032" y="1417672"/>
            <a:ext cx="8266176" cy="4754528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6600" dirty="0"/>
            </a:lvl1pPr>
          </a:lstStyle>
          <a:p>
            <a:pPr lvl="0"/>
            <a:r>
              <a:rPr lang="en-US" dirty="0"/>
              <a:t>Section Header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1BDA460-830F-4AA6-F9DB-2D750A019451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3D13DC0-0D45-BD3D-1639-5624EC53A0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6D43E5-B15A-45F5-B9D6-FA1AA27CB20E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E1BD1F-2831-0E76-A2CE-A602C02A0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F53F2-522C-C9F5-1265-40973E920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6460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12D9913-95B6-1242-5239-908CAE8B878F}"/>
              </a:ext>
            </a:extLst>
          </p:cNvPr>
          <p:cNvSpPr/>
          <p:nvPr userDrawn="1"/>
        </p:nvSpPr>
        <p:spPr>
          <a:xfrm>
            <a:off x="6211378" y="0"/>
            <a:ext cx="5980622" cy="6857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3B4ED858-B4C8-D588-5E0F-E03396172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9" y="259080"/>
            <a:ext cx="5724814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67186" y="259080"/>
            <a:ext cx="5469006" cy="6141720"/>
          </a:xfrm>
        </p:spPr>
        <p:txBody>
          <a:bodyPr anchor="ctr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685800" indent="-4572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romanLcPeriod"/>
              <a:defRPr sz="1600"/>
            </a:lvl3pPr>
            <a:lvl4pPr marL="1028700" indent="-342900">
              <a:buFont typeface="+mj-lt"/>
              <a:buAutoNum type="arabicParenR"/>
              <a:defRPr sz="1600"/>
            </a:lvl4pPr>
            <a:lvl5pPr marL="1257300" indent="-342900">
              <a:buFont typeface="+mj-lt"/>
              <a:buAutoNum type="alphaLcParenR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12E024-1087-0EB1-9F31-95E6F50E5E4A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0B9588-562A-1BEF-B08A-239C63F913C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85AD855-B6A9-45FE-8206-F414B1365F6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8521D2-E7E5-3E94-B030-53C592CEF2A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311866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EBCBDB3-7732-B0C6-D1C8-D3D441D52C7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69744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83721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030A8A-DA2E-2835-079F-6D5FC01C234F}"/>
              </a:ext>
            </a:extLst>
          </p:cNvPr>
          <p:cNvSpPr/>
          <p:nvPr userDrawn="1"/>
        </p:nvSpPr>
        <p:spPr>
          <a:xfrm>
            <a:off x="6170390" y="0"/>
            <a:ext cx="6021609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itle Placeholder 1">
            <a:extLst>
              <a:ext uri="{FF2B5EF4-FFF2-40B4-BE49-F238E27FC236}">
                <a16:creationId xmlns:a16="http://schemas.microsoft.com/office/drawing/2014/main" id="{3B4ED858-B4C8-D588-5E0F-E03396172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9" y="259080"/>
            <a:ext cx="5658550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65462" y="1752601"/>
            <a:ext cx="5648898" cy="4267200"/>
          </a:xfrm>
        </p:spPr>
        <p:txBody>
          <a:bodyPr anchor="b">
            <a:normAutofit/>
          </a:bodyPr>
          <a:lstStyle>
            <a:lvl1pPr marL="457200" indent="-457200">
              <a:buFont typeface="+mj-lt"/>
              <a:buAutoNum type="arabicPeriod"/>
              <a:defRPr sz="2000"/>
            </a:lvl1pPr>
            <a:lvl2pPr marL="685800" indent="-457200">
              <a:buFont typeface="+mj-lt"/>
              <a:buAutoNum type="alphaLcPeriod"/>
              <a:defRPr sz="1800"/>
            </a:lvl2pPr>
            <a:lvl3pPr marL="800100" indent="-342900">
              <a:buFont typeface="+mj-lt"/>
              <a:buAutoNum type="romanLcPeriod"/>
              <a:defRPr sz="1600"/>
            </a:lvl3pPr>
            <a:lvl4pPr marL="1028700" indent="-342900">
              <a:buFont typeface="+mj-lt"/>
              <a:buAutoNum type="arabicParenR"/>
              <a:defRPr sz="1600"/>
            </a:lvl4pPr>
            <a:lvl5pPr marL="1257300" indent="-342900">
              <a:buFont typeface="+mj-lt"/>
              <a:buAutoNum type="alphaLcParenR"/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912E024-1087-0EB1-9F31-95E6F50E5E4A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A1276F7D-9BED-0477-998A-E05E63DCB6A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464136" y="256032"/>
            <a:ext cx="5471832" cy="634593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6981" r="-3698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38EB5B87-9C92-464B-2B9B-D32212DA200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6032" y="6400800"/>
            <a:ext cx="786384" cy="310896"/>
          </a:xfrm>
        </p:spPr>
        <p:txBody>
          <a:bodyPr/>
          <a:lstStyle/>
          <a:p>
            <a:fld id="{3EBEE9DC-FCA4-4C80-9FDD-7967EB0E623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C791EC7-AA43-0BDA-FFCE-B410D568FD8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11866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ADF0145B-542B-F441-E010-6E114A45252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69744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4060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2BB86E5-7EBB-937A-4654-48BF15F62580}"/>
              </a:ext>
            </a:extLst>
          </p:cNvPr>
          <p:cNvSpPr/>
          <p:nvPr userDrawn="1"/>
        </p:nvSpPr>
        <p:spPr>
          <a:xfrm>
            <a:off x="256031" y="2095509"/>
            <a:ext cx="11679936" cy="266698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F284F64-C3D8-E65B-7811-52097CB30A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2"/>
            <a:ext cx="4745737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6">
            <a:extLst>
              <a:ext uri="{FF2B5EF4-FFF2-40B4-BE49-F238E27FC236}">
                <a16:creationId xmlns:a16="http://schemas.microsoft.com/office/drawing/2014/main" id="{0686C6E6-E47B-8F13-DC6E-8403C584947D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3169920" y="2514599"/>
            <a:ext cx="5852160" cy="1828800"/>
          </a:xfrm>
        </p:spPr>
        <p:txBody>
          <a:bodyPr anchor="ctr"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685800" indent="-4572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100"/>
            </a:lvl4pPr>
            <a:lvl5pPr marL="1257300" indent="-342900">
              <a:buFont typeface="+mj-lt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9645E9A-CB56-E67D-BBCC-C2CF906D548C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1CC197-8F68-545E-67D5-95AD97407D7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C5CACD7-EFFC-4E89-9B4E-39243CB5D00E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133755D-45FC-EFE0-4216-7D11683493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0606384-BEE1-2E1B-C3ED-7486648341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586967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71F1B52C-7528-2E4F-BD49-AD7FDBB32AB0}"/>
              </a:ext>
            </a:extLst>
          </p:cNvPr>
          <p:cNvSpPr/>
          <p:nvPr userDrawn="1"/>
        </p:nvSpPr>
        <p:spPr>
          <a:xfrm>
            <a:off x="-1" y="0"/>
            <a:ext cx="8049991" cy="685799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itle Placeholder 1">
            <a:extLst>
              <a:ext uri="{FF2B5EF4-FFF2-40B4-BE49-F238E27FC236}">
                <a16:creationId xmlns:a16="http://schemas.microsoft.com/office/drawing/2014/main" id="{2066CEA7-B3E8-E17B-D790-401051C90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9" y="259080"/>
            <a:ext cx="7536850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5078917-2C15-EB91-6C1A-7E17A7346A98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7533803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7599EFB-10D6-4260-D207-0E9896818EC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305799" y="1490070"/>
            <a:ext cx="3630391" cy="4910729"/>
          </a:xfrm>
        </p:spPr>
        <p:txBody>
          <a:bodyPr anchor="b">
            <a:normAutofit/>
          </a:bodyPr>
          <a:lstStyle>
            <a:lvl1pPr marL="457200" indent="-457200">
              <a:buFont typeface="+mj-lt"/>
              <a:buNone/>
              <a:defRPr sz="1400"/>
            </a:lvl1pPr>
            <a:lvl2pPr marL="685800" indent="-457200">
              <a:buFont typeface="+mj-lt"/>
              <a:buNone/>
              <a:defRPr sz="1200"/>
            </a:lvl2pPr>
            <a:lvl3pPr marL="800100" indent="-342900">
              <a:buFont typeface="+mj-lt"/>
              <a:buNone/>
              <a:defRPr sz="1100"/>
            </a:lvl3pPr>
            <a:lvl4pPr marL="1028700" indent="-342900">
              <a:buFont typeface="+mj-lt"/>
              <a:buNone/>
              <a:defRPr sz="1100"/>
            </a:lvl4pPr>
            <a:lvl5pPr marL="1257300" indent="-342900">
              <a:buFont typeface="+mj-lt"/>
              <a:buNone/>
              <a:defRPr sz="11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17E32D2-E91D-414B-321E-C7A4D1EDF83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F1FCFC-AF78-4E03-BA6F-1F31496F9C4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1008515-23E2-0EC9-4793-B535E978540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145909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55CBC4-10EB-8CAC-2CA7-D2E18C8E8F5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7003787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6445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CBC5A-7F23-2C81-D69C-D4A06564DEA6}"/>
              </a:ext>
            </a:extLst>
          </p:cNvPr>
          <p:cNvSpPr/>
          <p:nvPr userDrawn="1"/>
        </p:nvSpPr>
        <p:spPr>
          <a:xfrm>
            <a:off x="0" y="0"/>
            <a:ext cx="6208328" cy="68580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20867A2-CC6C-557E-FB19-8B22A61A12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9" y="259080"/>
            <a:ext cx="5696712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9D8E27E-7C22-A54A-D312-452454BD1162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8BDC202-337F-11EC-3144-E3B57019602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64137" y="271780"/>
            <a:ext cx="5472054" cy="6147625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686C7C-C000-6C21-3D3B-DEC37CE2B04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8F81C0-D6D4-4A86-B1F0-9C133453E49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FB82366-17B7-64B3-8522-E8240E57B65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11866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A98A52F-014D-C6D2-FEF9-87804847FD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69744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34060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B4CBC5A-7F23-2C81-D69C-D4A06564DEA6}"/>
              </a:ext>
            </a:extLst>
          </p:cNvPr>
          <p:cNvSpPr/>
          <p:nvPr userDrawn="1"/>
        </p:nvSpPr>
        <p:spPr>
          <a:xfrm>
            <a:off x="0" y="0"/>
            <a:ext cx="3906436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429BAD13-9E9F-D01A-D840-C817BBECEB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3376918" cy="2078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E73459B-9B2A-8F9C-E540-D3221567B5E9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376918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000A3EDC-F03F-04F8-4D74-123F069ADB8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2468" y="256031"/>
            <a:ext cx="7773500" cy="6334431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87655-7283-5E90-CE00-B7420B6E976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6032" y="6400800"/>
            <a:ext cx="582168" cy="310896"/>
          </a:xfrm>
        </p:spPr>
        <p:txBody>
          <a:bodyPr/>
          <a:lstStyle/>
          <a:p>
            <a:fld id="{6304C2CF-A6FB-45B7-9979-365AFB02185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6B0FDBC-46D6-F7AB-484D-D63A5A47349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395718" y="6400800"/>
            <a:ext cx="1668105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644184-8321-7F35-F381-9399106614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319855" y="6400800"/>
            <a:ext cx="313095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918927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FA689BE-91FD-C821-2527-97BA9AC14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44663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72A57DC-131D-03B4-1B42-E4BFE54FAC1D}"/>
              </a:ext>
            </a:extLst>
          </p:cNvPr>
          <p:cNvSpPr/>
          <p:nvPr userDrawn="1"/>
        </p:nvSpPr>
        <p:spPr>
          <a:xfrm>
            <a:off x="256032" y="2908916"/>
            <a:ext cx="11679936" cy="318098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3276600"/>
            <a:ext cx="10966703" cy="24646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3D0EB8-A18F-7BCE-AE2D-CB6A1F1F2EA8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169CDA-85D5-E306-C1AD-7EF9508F67E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4F277DB-86D0-4715-B262-147D5A766622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6E62DA-1AA3-8515-DF42-4E891740FD6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0F65A-3384-6082-E0DD-E03E405AFE4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307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B8F5A7-AD68-E5AE-72C7-BB3140F5F4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11679936" cy="79407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AD957C5-2293-23D2-0810-08DDD9013E84}"/>
              </a:ext>
            </a:extLst>
          </p:cNvPr>
          <p:cNvSpPr/>
          <p:nvPr userDrawn="1"/>
        </p:nvSpPr>
        <p:spPr>
          <a:xfrm>
            <a:off x="256032" y="1295400"/>
            <a:ext cx="11679936" cy="47945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A99D7369-0F60-D9CD-14EE-7B23323DCB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2648" y="1687865"/>
            <a:ext cx="10966703" cy="40095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76FDE10-C7DF-6DA1-64F2-AFD299F3CF1B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1F533E-B2CF-7FE5-3180-A12323CD2F3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6EA85DD-2AA1-4995-B230-0B516D11ECB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C99D13-D059-FE2F-A0D7-143B6317129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40C3FF-C52D-F0A2-BB2A-3F775B05648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64862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604332BF-F66D-9E49-A926-92F2ED5D7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53605EB3-F8B3-E2AD-6EE3-A683D4D55C1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2984" y="1487023"/>
            <a:ext cx="4623816" cy="537097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7119" r="-37119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48654" y="1487023"/>
            <a:ext cx="6684266" cy="34659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65A4B05-6F65-90BA-801B-1EA8A553EE27}"/>
              </a:ext>
            </a:extLst>
          </p:cNvPr>
          <p:cNvCxnSpPr>
            <a:cxnSpLocks/>
          </p:cNvCxnSpPr>
          <p:nvPr userDrawn="1"/>
        </p:nvCxnSpPr>
        <p:spPr>
          <a:xfrm>
            <a:off x="5245606" y="6400800"/>
            <a:ext cx="669036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03708F-848C-061E-4117-70C7D852054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272478" y="6400800"/>
            <a:ext cx="786384" cy="310896"/>
          </a:xfrm>
        </p:spPr>
        <p:txBody>
          <a:bodyPr/>
          <a:lstStyle/>
          <a:p>
            <a:fld id="{58454141-3D11-43DE-A6B0-577A0BB7E3B5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0853624-6869-4A23-AC87-8BE89D26FF8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E76D4-68E1-EC39-B251-D50D2BB825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712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54AAE7-F71A-9FE0-73C8-A9BB03C96F0E}"/>
              </a:ext>
            </a:extLst>
          </p:cNvPr>
          <p:cNvSpPr/>
          <p:nvPr userDrawn="1"/>
        </p:nvSpPr>
        <p:spPr>
          <a:xfrm>
            <a:off x="0" y="0"/>
            <a:ext cx="6208328" cy="6857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E188FA3A-8BB9-CC26-9927-E42DE205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9" y="259080"/>
            <a:ext cx="5696712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5808" y="1768471"/>
            <a:ext cx="5696712" cy="44356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7B3739-3334-007A-75EE-C3FE00EA8B44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42482948-34A6-76CA-C003-B7503694AE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464136" y="256032"/>
            <a:ext cx="5471832" cy="634593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6981" r="-3698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BDF659-A755-A79D-6E24-5F8F71697C0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E5F2A10D-EC27-494F-A313-9B040432334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C50ABD-FB4A-9124-BEAC-49E752425BD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11866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A4F9F0-203E-6B26-BA57-503DCCB4CD7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69744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6406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854AAE7-F71A-9FE0-73C8-A9BB03C96F0E}"/>
              </a:ext>
            </a:extLst>
          </p:cNvPr>
          <p:cNvSpPr/>
          <p:nvPr userDrawn="1"/>
        </p:nvSpPr>
        <p:spPr>
          <a:xfrm>
            <a:off x="0" y="0"/>
            <a:ext cx="7872760" cy="685799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E188FA3A-8BB9-CC26-9927-E42DE20540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808" y="259080"/>
            <a:ext cx="7323043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5808" y="1768471"/>
            <a:ext cx="7323042" cy="443563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7B3739-3334-007A-75EE-C3FE00EA8B44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7319994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Picture Placeholder 10">
            <a:extLst>
              <a:ext uri="{FF2B5EF4-FFF2-40B4-BE49-F238E27FC236}">
                <a16:creationId xmlns:a16="http://schemas.microsoft.com/office/drawing/2014/main" id="{42482948-34A6-76CA-C003-B7503694AE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28568" y="256032"/>
            <a:ext cx="3807400" cy="634593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75006" r="-7500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D4A118-055B-0D9C-2778-2C934C60F22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67BB6DB-B723-4EDA-876C-FB95696DA51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A1D6D5-5FC2-E7AD-3C95-260D9B0E4E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32100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4613BE-5265-138A-8259-315844B1904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789978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0582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2C5508A7-F1A8-2A4A-57C1-59385167C3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7" name="Picture Placeholder 10">
            <a:extLst>
              <a:ext uri="{FF2B5EF4-FFF2-40B4-BE49-F238E27FC236}">
                <a16:creationId xmlns:a16="http://schemas.microsoft.com/office/drawing/2014/main" id="{4CC3B0DC-B0B2-D201-B386-5EECA06EADFD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0" y="1487021"/>
            <a:ext cx="4809184" cy="537097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3761" r="-3376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2" name="Content Placeholder 7">
            <a:extLst>
              <a:ext uri="{FF2B5EF4-FFF2-40B4-BE49-F238E27FC236}">
                <a16:creationId xmlns:a16="http://schemas.microsoft.com/office/drawing/2014/main" id="{3AA1075B-4BAE-BABA-BA2A-82B0D7D6A887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71312" y="1487024"/>
            <a:ext cx="6861608" cy="45697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7868ED1-D3C7-119D-FED0-85BE96D905C5}"/>
              </a:ext>
            </a:extLst>
          </p:cNvPr>
          <p:cNvCxnSpPr>
            <a:cxnSpLocks/>
          </p:cNvCxnSpPr>
          <p:nvPr userDrawn="1"/>
        </p:nvCxnSpPr>
        <p:spPr>
          <a:xfrm>
            <a:off x="5071312" y="6400800"/>
            <a:ext cx="686465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37EFCEF-E1F0-8583-F8DF-2F1E72792091}"/>
              </a:ext>
            </a:extLst>
          </p:cNvPr>
          <p:cNvSpPr>
            <a:spLocks noGrp="1"/>
          </p:cNvSpPr>
          <p:nvPr>
            <p:ph type="dt" sz="half" idx="19"/>
          </p:nvPr>
        </p:nvSpPr>
        <p:spPr>
          <a:xfrm>
            <a:off x="5073800" y="6400800"/>
            <a:ext cx="786384" cy="310896"/>
          </a:xfrm>
        </p:spPr>
        <p:txBody>
          <a:bodyPr/>
          <a:lstStyle/>
          <a:p>
            <a:fld id="{CD2EA4EC-23B0-4284-80CA-4AADA4F271C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03CE3EC-99A0-5667-23A4-0B8CB569297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6FE593-270B-381B-A568-99311E11137B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78810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61FF2C2B-12EB-842B-4C59-06F9E77BC0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1DDA506E-5062-4723-B21E-132125B8854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2984" y="1487023"/>
            <a:ext cx="5635752" cy="537097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1477" r="-21477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6208" y="1487024"/>
            <a:ext cx="5696712" cy="477065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C6C2619-2115-F3C9-90C9-F7260BECBD36}"/>
              </a:ext>
            </a:extLst>
          </p:cNvPr>
          <p:cNvCxnSpPr>
            <a:cxnSpLocks/>
          </p:cNvCxnSpPr>
          <p:nvPr userDrawn="1"/>
        </p:nvCxnSpPr>
        <p:spPr>
          <a:xfrm>
            <a:off x="62392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7F67C5-2038-879B-1E4C-11B4A3013D6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238696" y="6400800"/>
            <a:ext cx="786384" cy="310896"/>
          </a:xfrm>
        </p:spPr>
        <p:txBody>
          <a:bodyPr/>
          <a:lstStyle/>
          <a:p>
            <a:fld id="{8195E58A-FCD6-40F6-87A9-A70E4ADDAAC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C430-C33B-BA59-9E0F-83D2EFED46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1A2ADF-A4D2-2680-59AC-B88560B832B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99406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FA6D888-5144-F148-B2C8-D80C461C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2"/>
            <a:ext cx="5632705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" y="1768472"/>
            <a:ext cx="5611370" cy="4303144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9256" y="256032"/>
            <a:ext cx="5696712" cy="5815584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6565" r="-26565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781C71-D9B5-7AC4-5ED4-B8EEC575B5B7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4082AB-20EA-E9AE-E7B5-FCA55852354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DAC89769-95A6-4255-B825-0CF0DBF7B4F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EA29F3-F429-1DA0-2295-FB8D1FC1264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F58368-A4DA-2FA6-035C-C1F913B658D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293876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1454F4B8-54D0-2177-F9C0-8ABAAB6819FF}"/>
              </a:ext>
            </a:extLst>
          </p:cNvPr>
          <p:cNvSpPr/>
          <p:nvPr userDrawn="1"/>
        </p:nvSpPr>
        <p:spPr>
          <a:xfrm>
            <a:off x="7010400" y="2471928"/>
            <a:ext cx="3921426" cy="259079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DE84F3B-701F-97BA-1731-EA2F486C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E8BB9DBD-D5EA-7519-9629-7B62E6219AA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53302" y="1344167"/>
            <a:ext cx="11679936" cy="4846321"/>
          </a:xfrm>
          <a:custGeom>
            <a:avLst/>
            <a:gdLst>
              <a:gd name="csX0" fmla="*/ 6757098 w 11679936"/>
              <a:gd name="csY0" fmla="*/ 1127761 h 4846321"/>
              <a:gd name="csX1" fmla="*/ 6757098 w 11679936"/>
              <a:gd name="csY1" fmla="*/ 3718557 h 4846321"/>
              <a:gd name="csX2" fmla="*/ 10678524 w 11679936"/>
              <a:gd name="csY2" fmla="*/ 3718557 h 4846321"/>
              <a:gd name="csX3" fmla="*/ 10678524 w 11679936"/>
              <a:gd name="csY3" fmla="*/ 1127761 h 4846321"/>
              <a:gd name="csX4" fmla="*/ 0 w 11679936"/>
              <a:gd name="csY4" fmla="*/ 0 h 4846321"/>
              <a:gd name="csX5" fmla="*/ 11679936 w 11679936"/>
              <a:gd name="csY5" fmla="*/ 0 h 4846321"/>
              <a:gd name="csX6" fmla="*/ 11679936 w 11679936"/>
              <a:gd name="csY6" fmla="*/ 4846321 h 4846321"/>
              <a:gd name="csX7" fmla="*/ 0 w 11679936"/>
              <a:gd name="csY7" fmla="*/ 4846321 h 48463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679936" h="4846321">
                <a:moveTo>
                  <a:pt x="6757098" y="1127761"/>
                </a:moveTo>
                <a:lnTo>
                  <a:pt x="6757098" y="3718557"/>
                </a:lnTo>
                <a:lnTo>
                  <a:pt x="10678524" y="3718557"/>
                </a:lnTo>
                <a:lnTo>
                  <a:pt x="10678524" y="1127761"/>
                </a:lnTo>
                <a:close/>
                <a:moveTo>
                  <a:pt x="0" y="0"/>
                </a:moveTo>
                <a:lnTo>
                  <a:pt x="11679936" y="0"/>
                </a:lnTo>
                <a:lnTo>
                  <a:pt x="11679936" y="4846321"/>
                </a:lnTo>
                <a:lnTo>
                  <a:pt x="0" y="4846321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0335" b="-30335"/>
            </a:stretch>
          </a:blipFill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12277" y="2700526"/>
            <a:ext cx="3517672" cy="2133600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4AC192-B29F-F328-8C40-2BA275CCACDD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B326E88-0607-CB46-8F36-B82ABFB6D32A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2DB66CF-2F29-4A8A-9F6A-097D71197683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455300-3F74-FC98-7632-E70432FEC65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392247E-D40D-4FF7-4061-C0BA68B9AE4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2352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24E6258-64B6-EE61-288B-49E3B84B0623}"/>
              </a:ext>
            </a:extLst>
          </p:cNvPr>
          <p:cNvSpPr/>
          <p:nvPr userDrawn="1"/>
        </p:nvSpPr>
        <p:spPr>
          <a:xfrm>
            <a:off x="6239256" y="256032"/>
            <a:ext cx="5696712" cy="58155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2FA6D888-5144-F148-B2C8-D80C461C3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5632705" cy="7345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" y="1297450"/>
            <a:ext cx="5611370" cy="4774166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532822" y="278154"/>
            <a:ext cx="5109580" cy="4315968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351" r="-1335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781C71-D9B5-7AC4-5ED4-B8EEC575B5B7}"/>
              </a:ext>
            </a:extLst>
          </p:cNvPr>
          <p:cNvCxnSpPr>
            <a:cxnSpLocks/>
          </p:cNvCxnSpPr>
          <p:nvPr userDrawn="1"/>
        </p:nvCxnSpPr>
        <p:spPr>
          <a:xfrm>
            <a:off x="62392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783667-EF98-D3CC-B330-9AD8C02C3C9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238696" y="6400800"/>
            <a:ext cx="786384" cy="310896"/>
          </a:xfrm>
        </p:spPr>
        <p:txBody>
          <a:bodyPr/>
          <a:lstStyle/>
          <a:p>
            <a:fld id="{8082CB56-B26F-4516-9570-39874624370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7D216-F775-603B-F54C-C39798E86C6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22E777-85EF-651A-9F20-3E64C1A92E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45357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DE84F3B-701F-97BA-1731-EA2F486C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487023"/>
            <a:ext cx="5888736" cy="537097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8406" r="-18406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36208" y="1487023"/>
            <a:ext cx="5696712" cy="32373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FF4063D5-7918-0CE3-29EC-28CA43E46DE9}"/>
              </a:ext>
            </a:extLst>
          </p:cNvPr>
          <p:cNvCxnSpPr>
            <a:cxnSpLocks/>
          </p:cNvCxnSpPr>
          <p:nvPr userDrawn="1"/>
        </p:nvCxnSpPr>
        <p:spPr>
          <a:xfrm>
            <a:off x="62392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BB7443-BE71-3426-111D-C3C1EA05EC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238696" y="6400800"/>
            <a:ext cx="786384" cy="310896"/>
          </a:xfrm>
        </p:spPr>
        <p:txBody>
          <a:bodyPr/>
          <a:lstStyle/>
          <a:p>
            <a:fld id="{F2D894E6-558F-480E-AF6D-AD75038A32A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386000-B2A3-6CB6-F43F-6C5D036E71C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0C9791F-E395-265D-4B86-78EA9C122F8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20819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844B4CF6-8AEA-7287-07CD-28A589432225}"/>
              </a:ext>
            </a:extLst>
          </p:cNvPr>
          <p:cNvSpPr/>
          <p:nvPr userDrawn="1"/>
        </p:nvSpPr>
        <p:spPr>
          <a:xfrm>
            <a:off x="5334000" y="2052828"/>
            <a:ext cx="5816144" cy="3429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DE84F3B-701F-97BA-1731-EA2F486CF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3"/>
            <a:ext cx="11676889" cy="8869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04D25186-BDA1-5844-C3EA-1599F4A0FF0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030" y="1344168"/>
            <a:ext cx="11676889" cy="4846320"/>
          </a:xfrm>
          <a:custGeom>
            <a:avLst/>
            <a:gdLst>
              <a:gd name="csX0" fmla="*/ 5077970 w 11676889"/>
              <a:gd name="csY0" fmla="*/ 708660 h 4846320"/>
              <a:gd name="csX1" fmla="*/ 5077970 w 11676889"/>
              <a:gd name="csY1" fmla="*/ 4137660 h 4846320"/>
              <a:gd name="csX2" fmla="*/ 10894114 w 11676889"/>
              <a:gd name="csY2" fmla="*/ 4137660 h 4846320"/>
              <a:gd name="csX3" fmla="*/ 10894114 w 11676889"/>
              <a:gd name="csY3" fmla="*/ 708660 h 4846320"/>
              <a:gd name="csX4" fmla="*/ 0 w 11676889"/>
              <a:gd name="csY4" fmla="*/ 0 h 4846320"/>
              <a:gd name="csX5" fmla="*/ 11676889 w 11676889"/>
              <a:gd name="csY5" fmla="*/ 0 h 4846320"/>
              <a:gd name="csX6" fmla="*/ 11676889 w 11676889"/>
              <a:gd name="csY6" fmla="*/ 4846320 h 4846320"/>
              <a:gd name="csX7" fmla="*/ 0 w 11676889"/>
              <a:gd name="csY7" fmla="*/ 4846320 h 48463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11676889" h="4846320">
                <a:moveTo>
                  <a:pt x="5077970" y="708660"/>
                </a:moveTo>
                <a:lnTo>
                  <a:pt x="5077970" y="4137660"/>
                </a:lnTo>
                <a:lnTo>
                  <a:pt x="10894114" y="4137660"/>
                </a:lnTo>
                <a:lnTo>
                  <a:pt x="10894114" y="708660"/>
                </a:lnTo>
                <a:close/>
                <a:moveTo>
                  <a:pt x="0" y="0"/>
                </a:moveTo>
                <a:lnTo>
                  <a:pt x="11676889" y="0"/>
                </a:lnTo>
                <a:lnTo>
                  <a:pt x="11676889" y="4846320"/>
                </a:lnTo>
                <a:lnTo>
                  <a:pt x="0" y="484632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0314" b="-30314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27472" y="2471928"/>
            <a:ext cx="5029200" cy="2590800"/>
          </a:xfrm>
        </p:spPr>
        <p:txBody>
          <a:bodyPr anchor="ctr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34AC192-B29F-F328-8C40-2BA275CCACDD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6B18B8-3579-EE80-4FB4-84B804C9767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628C5F26-80F7-46F7-9926-1025C1637EE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BD224E-E1E1-0C3A-198C-48D015E47CF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24F0F7-102D-C23E-3FDF-0C5EA0A5470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4812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7814E786-E2AA-A41B-9724-06A06049CF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5611370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950657" y="1828801"/>
            <a:ext cx="4000769" cy="36576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E3C452E-02D1-C895-E808-BB9659F7FEE9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3E187283-324E-894C-79FC-C49ABF1475F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239256" y="256032"/>
            <a:ext cx="5696712" cy="6345936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3548" r="-33548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F8AB257-6575-A4D3-BAC9-F837AD6ACA7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A4570FC-FA23-4423-9CE2-9F27473E262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51A6450-BB5C-A4BC-9405-A3337CC9E75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311866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02519FC-FE26-2CC7-1DEE-D88EE6E71F6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69744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992014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E8A9582-D77C-312A-C0FB-C061D2BC5A46}"/>
              </a:ext>
            </a:extLst>
          </p:cNvPr>
          <p:cNvSpPr/>
          <p:nvPr userDrawn="1"/>
        </p:nvSpPr>
        <p:spPr>
          <a:xfrm>
            <a:off x="3865677" y="0"/>
            <a:ext cx="8070291" cy="6089905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893B5736-DDB2-B7CB-FF08-722377587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3376918" cy="583387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E78969B7-6A48-2885-4BE7-23035F5A9AE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80398" y="14177"/>
            <a:ext cx="7451867" cy="3948223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2914" b="-12914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D7AD8B12-D1BF-4455-E0AF-6252BBDA910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0397" y="4312102"/>
            <a:ext cx="7451867" cy="145663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4772FB-1196-DE6C-D79C-918CE7FADC5B}"/>
              </a:ext>
            </a:extLst>
          </p:cNvPr>
          <p:cNvCxnSpPr>
            <a:cxnSpLocks/>
          </p:cNvCxnSpPr>
          <p:nvPr userDrawn="1"/>
        </p:nvCxnSpPr>
        <p:spPr>
          <a:xfrm>
            <a:off x="3865677" y="6400800"/>
            <a:ext cx="8070291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896190-E3C7-4FF0-DA97-69A702A0220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02223" y="6400800"/>
            <a:ext cx="786384" cy="310896"/>
          </a:xfrm>
        </p:spPr>
        <p:txBody>
          <a:bodyPr/>
          <a:lstStyle/>
          <a:p>
            <a:fld id="{008C7F6C-4327-4B35-AF56-3858E0C3FCF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94DAA0-3F6B-E35E-A729-AFBEB21F0A4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748F4-868D-C123-D432-32C18DF6F4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54196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0FD458A-EA6E-CFD7-65F1-690FB7392FDC}"/>
              </a:ext>
            </a:extLst>
          </p:cNvPr>
          <p:cNvSpPr/>
          <p:nvPr userDrawn="1"/>
        </p:nvSpPr>
        <p:spPr>
          <a:xfrm>
            <a:off x="3865677" y="0"/>
            <a:ext cx="8070291" cy="60899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F9157410-00C2-C142-D04D-267AFE722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3376918" cy="207893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" y="2514600"/>
            <a:ext cx="3376918" cy="358140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180398" y="14177"/>
            <a:ext cx="7451867" cy="4602066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3975" b="-3975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DF9E6F6-1D37-1720-56C0-BAE80D66F733}"/>
              </a:ext>
            </a:extLst>
          </p:cNvPr>
          <p:cNvCxnSpPr>
            <a:cxnSpLocks/>
          </p:cNvCxnSpPr>
          <p:nvPr userDrawn="1"/>
        </p:nvCxnSpPr>
        <p:spPr>
          <a:xfrm>
            <a:off x="3865677" y="6400800"/>
            <a:ext cx="8070291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02776A-31D6-4E0A-12D3-AC2820400CE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902223" y="6400800"/>
            <a:ext cx="786384" cy="310896"/>
          </a:xfrm>
        </p:spPr>
        <p:txBody>
          <a:bodyPr/>
          <a:lstStyle/>
          <a:p>
            <a:fld id="{7539DBF4-F4A0-43A3-86B0-998FC8E1FDC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989B86-2C63-951B-1E38-AD2B832D194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1479E1-7017-C55D-B99C-B37BFC79BF7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056971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98DF249-41EE-0EE8-E12A-E56B3EFA62B6}"/>
              </a:ext>
            </a:extLst>
          </p:cNvPr>
          <p:cNvSpPr/>
          <p:nvPr userDrawn="1"/>
        </p:nvSpPr>
        <p:spPr>
          <a:xfrm>
            <a:off x="0" y="3657600"/>
            <a:ext cx="12192000" cy="32004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7D3F1A7F-BCDC-98E2-3FDD-755AE395D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11679936" cy="6583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1D1D3-2907-7514-CADD-BB98CED7D1A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" y="1143001"/>
            <a:ext cx="11679936" cy="22859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2C7B1BC-64AF-FCBA-DAEC-31D9F8BAABD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3657600"/>
            <a:ext cx="5983223" cy="3200400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2318" b="-12318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E707FAC-BCEF-FA3B-AAE6-300278110F7E}"/>
              </a:ext>
            </a:extLst>
          </p:cNvPr>
          <p:cNvCxnSpPr>
            <a:cxnSpLocks/>
          </p:cNvCxnSpPr>
          <p:nvPr userDrawn="1"/>
        </p:nvCxnSpPr>
        <p:spPr>
          <a:xfrm>
            <a:off x="62392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7548D5-498B-AC4B-D1F5-830F9BADA33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238696" y="6400800"/>
            <a:ext cx="786384" cy="310896"/>
          </a:xfrm>
        </p:spPr>
        <p:txBody>
          <a:bodyPr/>
          <a:lstStyle/>
          <a:p>
            <a:fld id="{84614BF7-9F86-4D67-A404-F17EC43BAB31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A11C68-663A-E9DB-16D1-F4B0D0CBEA0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C25BC-803D-401F-3E79-9335C42EEF1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537501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4A59A7CF-D289-4FFC-82C5-11FE0A31842E}"/>
              </a:ext>
            </a:extLst>
          </p:cNvPr>
          <p:cNvSpPr/>
          <p:nvPr userDrawn="1"/>
        </p:nvSpPr>
        <p:spPr>
          <a:xfrm>
            <a:off x="0" y="2911272"/>
            <a:ext cx="12192000" cy="394672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8C55927A-CEBB-F7B7-C0CE-88786D203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11679936" cy="6583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56032" y="1143001"/>
            <a:ext cx="11679936" cy="15008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DB92F6E-55FC-C88B-734D-26D3B9923E6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033" y="2911271"/>
            <a:ext cx="11679936" cy="3233495"/>
          </a:xfrm>
          <a:custGeom>
            <a:avLst/>
            <a:gdLst>
              <a:gd name="connsiteX0" fmla="*/ 0 w 12192000"/>
              <a:gd name="connsiteY0" fmla="*/ 0 h 3221477"/>
              <a:gd name="connsiteX1" fmla="*/ 12192000 w 12192000"/>
              <a:gd name="connsiteY1" fmla="*/ 0 h 3221477"/>
              <a:gd name="connsiteX2" fmla="*/ 12192000 w 12192000"/>
              <a:gd name="connsiteY2" fmla="*/ 3221477 h 3221477"/>
              <a:gd name="connsiteX3" fmla="*/ 0 w 12192000"/>
              <a:gd name="connsiteY3" fmla="*/ 3221477 h 3221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221477">
                <a:moveTo>
                  <a:pt x="0" y="0"/>
                </a:moveTo>
                <a:lnTo>
                  <a:pt x="12192000" y="0"/>
                </a:lnTo>
                <a:lnTo>
                  <a:pt x="12192000" y="3221477"/>
                </a:lnTo>
                <a:lnTo>
                  <a:pt x="0" y="322147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70406" b="-70406"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73F59347-7B23-22CF-ACB1-303C5D11510D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A0971-1F4B-5AB6-A124-95C31AA3E265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BCA3B47-AD1A-4E24-9A00-4FE92E798704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BEE02-3B18-8E4C-19B0-BC891EA97E2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177AB6-1B11-1A85-F8AB-3EFAE12981A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351079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D097E6F-EDCE-0214-D603-958E722FB8C4}"/>
              </a:ext>
            </a:extLst>
          </p:cNvPr>
          <p:cNvSpPr/>
          <p:nvPr userDrawn="1"/>
        </p:nvSpPr>
        <p:spPr>
          <a:xfrm>
            <a:off x="256032" y="1752600"/>
            <a:ext cx="11679936" cy="4367493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0D0E3696-6C1B-9F1A-5FB3-07187CC6B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7956" y="2038892"/>
            <a:ext cx="4957979" cy="3825169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1A5194B-746E-D0FD-A7D1-71D10560BCC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861" y="2038892"/>
            <a:ext cx="5936182" cy="3825169"/>
          </a:xfrm>
          <a:custGeom>
            <a:avLst/>
            <a:gdLst>
              <a:gd name="connsiteX0" fmla="*/ 0 w 5560101"/>
              <a:gd name="connsiteY0" fmla="*/ 0 h 4074407"/>
              <a:gd name="connsiteX1" fmla="*/ 5560101 w 5560101"/>
              <a:gd name="connsiteY1" fmla="*/ 0 h 4074407"/>
              <a:gd name="connsiteX2" fmla="*/ 5560101 w 5560101"/>
              <a:gd name="connsiteY2" fmla="*/ 4074407 h 4074407"/>
              <a:gd name="connsiteX3" fmla="*/ 0 w 5560101"/>
              <a:gd name="connsiteY3" fmla="*/ 4074407 h 40744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560101" h="4074407">
                <a:moveTo>
                  <a:pt x="0" y="0"/>
                </a:moveTo>
                <a:lnTo>
                  <a:pt x="5560101" y="0"/>
                </a:lnTo>
                <a:lnTo>
                  <a:pt x="5560101" y="4074407"/>
                </a:lnTo>
                <a:lnTo>
                  <a:pt x="0" y="4074407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t="-1729" b="-1729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1BED875-FA52-580E-82B3-037A794AE368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7DB77-B8FE-EB26-C81B-F6965CAD4BE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9B1ABB1-5013-4845-9497-3F2262F1213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4270E29-8715-E98B-FFCF-B432D012763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3054A2E-1C1F-F052-7446-5A99D589183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044961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E6826EF5-4CDE-24A5-FEBF-C0D95AA77B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755648"/>
            <a:ext cx="6533071" cy="510235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8575" r="-8575"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buNone/>
              <a:defRPr lang="en-US" dirty="0"/>
            </a:lvl1pPr>
          </a:lstStyle>
          <a:p>
            <a:pPr marL="228600" lvl="0" indent="-228600"/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89103" y="1755648"/>
            <a:ext cx="5146865" cy="432028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63F90CF4-A139-8115-F339-74D946553E68}"/>
              </a:ext>
            </a:extLst>
          </p:cNvPr>
          <p:cNvCxnSpPr>
            <a:cxnSpLocks/>
          </p:cNvCxnSpPr>
          <p:nvPr userDrawn="1"/>
        </p:nvCxnSpPr>
        <p:spPr>
          <a:xfrm>
            <a:off x="6789103" y="6400800"/>
            <a:ext cx="5146865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7C75E-82F4-D9B6-0675-B0F42D3A04C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791591" y="6400800"/>
            <a:ext cx="786384" cy="310896"/>
          </a:xfrm>
        </p:spPr>
        <p:txBody>
          <a:bodyPr/>
          <a:lstStyle/>
          <a:p>
            <a:fld id="{8EB6E7A1-5E89-46EB-94D0-CECAC5B046C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5888D4F-CE5A-834A-C1D5-8A4925C9376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42FA34C-D279-6BF0-B211-CFA8B0064FC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9795609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C65E5F-94C0-E5C6-53EE-CF540653A05B}"/>
              </a:ext>
            </a:extLst>
          </p:cNvPr>
          <p:cNvSpPr/>
          <p:nvPr userDrawn="1"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040F397-C7AE-739D-87EE-1DB3A2096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3678936" cy="119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033" y="1738360"/>
            <a:ext cx="3665219" cy="4351544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39044" r="-39044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25FCA13-15E1-C818-E833-2B4DE6E201DB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678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47032" y="1738360"/>
            <a:ext cx="7488935" cy="43991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A89DD4-C33F-99D4-06DB-D937BC25A1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6032" y="6400800"/>
            <a:ext cx="582168" cy="310896"/>
          </a:xfrm>
        </p:spPr>
        <p:txBody>
          <a:bodyPr/>
          <a:lstStyle/>
          <a:p>
            <a:fld id="{37AB9B7D-0030-4D0F-8A62-41EC33326DD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31B11-FA62-7F0D-65C4-4A084A0848C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697736" y="6400800"/>
            <a:ext cx="1668105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AA9B8-B4AD-BB2A-D9CE-ED30521F7F4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23645" y="6400800"/>
            <a:ext cx="311323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41889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ED692A-CA25-FD41-1FDB-78D3E0CD7779}"/>
              </a:ext>
            </a:extLst>
          </p:cNvPr>
          <p:cNvSpPr/>
          <p:nvPr userDrawn="1"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2BA38D14-1193-112B-B1FF-5D61172B24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3678936" cy="18836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A44F12F6-B074-B1B7-B01F-D060692A76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56033" y="2423160"/>
            <a:ext cx="3665219" cy="3666744"/>
          </a:xfrm>
          <a:blipFill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5031" r="-25031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089F869-6694-AE30-F1FB-1510556D55F4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678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7">
            <a:extLst>
              <a:ext uri="{FF2B5EF4-FFF2-40B4-BE49-F238E27FC236}">
                <a16:creationId xmlns:a16="http://schemas.microsoft.com/office/drawing/2014/main" id="{BFCC9001-DC07-962B-AC1E-C821D81D66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47032" y="256033"/>
            <a:ext cx="7488935" cy="61447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62D470-3E75-C669-6D96-592CFC0E8DD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256032" y="6400800"/>
            <a:ext cx="582168" cy="310896"/>
          </a:xfrm>
        </p:spPr>
        <p:txBody>
          <a:bodyPr/>
          <a:lstStyle/>
          <a:p>
            <a:fld id="{FF5748AB-F62D-4E12-9129-F56D6907106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848351A-BDED-2CEA-564E-21EACCAA35D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1697736" y="6400800"/>
            <a:ext cx="1668105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BA3C1F07-E24A-0699-299C-F94E51BA355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3623645" y="6400800"/>
            <a:ext cx="311323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3925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1BCD5BD-D2F3-E355-6D20-39535A9394B4}"/>
              </a:ext>
            </a:extLst>
          </p:cNvPr>
          <p:cNvSpPr/>
          <p:nvPr userDrawn="1"/>
        </p:nvSpPr>
        <p:spPr>
          <a:xfrm>
            <a:off x="256032" y="256032"/>
            <a:ext cx="11679936" cy="469696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5410201"/>
            <a:ext cx="10543032" cy="624082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defRPr lang="en-US" sz="1600" b="0" i="0" kern="1200" cap="all" spc="-10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598663"/>
            <a:ext cx="10543032" cy="4011705"/>
          </a:xfrm>
        </p:spPr>
        <p:txBody>
          <a:bodyPr tIns="274320" anchor="ctr">
            <a:normAutofit/>
          </a:bodyPr>
          <a:lstStyle>
            <a:lvl1pPr marL="0" indent="0" algn="ctr">
              <a:lnSpc>
                <a:spcPct val="90000"/>
              </a:lnSpc>
              <a:buNone/>
              <a:defRPr sz="233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09C5576-4027-9337-1007-61B908A9B30E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313466-5B86-062E-A9A0-D86C6641E0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6354000-0FA6-4F2E-98A9-720AF2377F4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F28C55-24DF-86C3-0832-A059318770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673291-F2C4-5165-FC60-AFCC63EF34E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80693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973BA820-59C7-9F94-9ABF-8F04F8100B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3200399"/>
            <a:ext cx="8030130" cy="609601"/>
          </a:xfrm>
        </p:spPr>
        <p:txBody>
          <a:bodyPr anchor="ctr">
            <a:normAutofit/>
          </a:bodyPr>
          <a:lstStyle>
            <a:lvl1pPr>
              <a:lnSpc>
                <a:spcPct val="110000"/>
              </a:lnSpc>
              <a:defRPr sz="2600" b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21">
            <a:extLst>
              <a:ext uri="{FF2B5EF4-FFF2-40B4-BE49-F238E27FC236}">
                <a16:creationId xmlns:a16="http://schemas.microsoft.com/office/drawing/2014/main" id="{677EFB8A-104B-8B77-7022-AA07B0567C0B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56032" y="256036"/>
            <a:ext cx="11679936" cy="2944363"/>
          </a:xfrm>
        </p:spPr>
        <p:txBody>
          <a:bodyPr anchor="ctr"/>
          <a:lstStyle>
            <a:lvl1pPr marL="0" indent="0">
              <a:lnSpc>
                <a:spcPct val="90000"/>
              </a:lnSpc>
              <a:buNone/>
              <a:defRPr sz="23300">
                <a:solidFill>
                  <a:schemeClr val="tx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2118967-5E5D-1ADD-B88F-AA21A81BC724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6A218F-A4DE-5658-02E1-76A9E800A4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0CDA340-38CB-4209-8E9A-CAC51366707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DECA5-D1A7-BAFB-8975-D60A9BAAD9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56A52F-8924-D54F-E2B8-C9DD2D4B4C1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097317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7490B24C-DE36-1AE4-662F-8083A3F5ECBD}"/>
              </a:ext>
            </a:extLst>
          </p:cNvPr>
          <p:cNvSpPr/>
          <p:nvPr userDrawn="1"/>
        </p:nvSpPr>
        <p:spPr>
          <a:xfrm>
            <a:off x="256032" y="256031"/>
            <a:ext cx="11679936" cy="58887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4329206"/>
            <a:ext cx="9762068" cy="1044885"/>
          </a:xfrm>
        </p:spPr>
        <p:txBody>
          <a:bodyPr anchor="t">
            <a:normAutofit/>
          </a:bodyPr>
          <a:lstStyle>
            <a:lvl1pPr algn="ctr">
              <a:lnSpc>
                <a:spcPct val="110000"/>
              </a:lnSpc>
              <a:defRPr sz="2400" b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1005840"/>
            <a:ext cx="10543032" cy="335280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33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26E9EDA-529B-7374-B81D-EC6D8CF0F6FC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376DA-1A7F-1C1A-715A-902668088DB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E074835-0DF6-430E-A643-C1C132EAC951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72EDF8-C820-05D6-4787-F77D90539DD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9C7F75-D68E-89EB-FCE7-CD44EB4A7FC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62910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DDA9FE4-2A87-1ECB-AE13-9165E9CFC57D}"/>
              </a:ext>
            </a:extLst>
          </p:cNvPr>
          <p:cNvSpPr/>
          <p:nvPr userDrawn="1"/>
        </p:nvSpPr>
        <p:spPr>
          <a:xfrm>
            <a:off x="9552440" y="0"/>
            <a:ext cx="263956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7BA589B-14AF-8E99-FFFA-64C9B9BAA1CE}"/>
              </a:ext>
            </a:extLst>
          </p:cNvPr>
          <p:cNvCxnSpPr>
            <a:cxnSpLocks/>
          </p:cNvCxnSpPr>
          <p:nvPr userDrawn="1"/>
        </p:nvCxnSpPr>
        <p:spPr>
          <a:xfrm>
            <a:off x="258856" y="6400800"/>
            <a:ext cx="8993580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itle 18">
            <a:extLst>
              <a:ext uri="{FF2B5EF4-FFF2-40B4-BE49-F238E27FC236}">
                <a16:creationId xmlns:a16="http://schemas.microsoft.com/office/drawing/2014/main" id="{1A07881E-FEFB-11F7-E665-482526DAE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5583716"/>
            <a:ext cx="8990462" cy="422918"/>
          </a:xfrm>
        </p:spPr>
        <p:txBody>
          <a:bodyPr anchor="b">
            <a:noAutofit/>
          </a:bodyPr>
          <a:lstStyle>
            <a:lvl1pPr>
              <a:defRPr sz="2000" b="0"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E038D5A8-E24E-3EEB-ABD3-CE41B1A1ED40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56032" y="2430196"/>
            <a:ext cx="8990462" cy="3420064"/>
          </a:xfrm>
        </p:spPr>
        <p:txBody>
          <a:bodyPr anchor="b"/>
          <a:lstStyle>
            <a:lvl1pPr marL="0" indent="0">
              <a:buNone/>
              <a:defRPr sz="23300">
                <a:solidFill>
                  <a:schemeClr val="tx1"/>
                </a:solidFill>
                <a:latin typeface="+mj-lt"/>
              </a:defRPr>
            </a:lvl1pPr>
            <a:lvl5pPr>
              <a:defRPr/>
            </a:lvl5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19326C5-4FE1-71F6-CB44-0E76091341E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B3D8E54-6D6C-41B5-8680-47D399034A55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0B92D6D-68EF-DC53-2194-250A65FDE47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99744" y="6400800"/>
            <a:ext cx="2642616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B1D559E-D296-5A7F-E691-051172DA653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457622" y="6400800"/>
            <a:ext cx="788872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39938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9BCDEAA-9EB3-6DD4-A3B6-1F774241937B}"/>
              </a:ext>
            </a:extLst>
          </p:cNvPr>
          <p:cNvSpPr/>
          <p:nvPr userDrawn="1"/>
        </p:nvSpPr>
        <p:spPr>
          <a:xfrm>
            <a:off x="1241211" y="1246948"/>
            <a:ext cx="9709578" cy="370605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19300" y="1635936"/>
            <a:ext cx="8153401" cy="2909472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44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90000"/>
              </a:lnSpc>
              <a:buNone/>
              <a:defRPr sz="40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90000"/>
              </a:lnSpc>
              <a:buNone/>
              <a:defRPr sz="36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90000"/>
              </a:lnSpc>
              <a:buNone/>
              <a:defRPr sz="32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90000"/>
              </a:lnSpc>
              <a:buNone/>
              <a:defRPr sz="28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D832611-AFFE-C0D3-7EC5-C0A602B6D6F1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AEC5443-6128-C170-EB66-08EDAA5E97E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2D3BC03-11C7-423B-8B0F-47424BAB6596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F515C-6A3D-076E-5CA9-3D26BD748CE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0DA920-8B2A-6ACC-EFEC-99791C5ABBA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68938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6032" y="256034"/>
            <a:ext cx="8036234" cy="484936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buNone/>
              <a:defRPr sz="6000" b="0">
                <a:solidFill>
                  <a:schemeClr val="tx1"/>
                </a:solidFill>
              </a:defRPr>
            </a:lvl1pPr>
            <a:lvl2pPr marL="228600" indent="0">
              <a:lnSpc>
                <a:spcPct val="90000"/>
              </a:lnSpc>
              <a:buNone/>
              <a:defRPr sz="5400" b="0">
                <a:solidFill>
                  <a:schemeClr val="tx1"/>
                </a:solidFill>
              </a:defRPr>
            </a:lvl2pPr>
            <a:lvl3pPr marL="457200" indent="0">
              <a:lnSpc>
                <a:spcPct val="90000"/>
              </a:lnSpc>
              <a:buNone/>
              <a:defRPr sz="4800" b="0">
                <a:solidFill>
                  <a:schemeClr val="tx1"/>
                </a:solidFill>
              </a:defRPr>
            </a:lvl3pPr>
            <a:lvl4pPr marL="685800" indent="0">
              <a:lnSpc>
                <a:spcPct val="90000"/>
              </a:lnSpc>
              <a:buNone/>
              <a:defRPr sz="4400" b="0">
                <a:solidFill>
                  <a:schemeClr val="tx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0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8E2624C-D7DB-2D22-03E8-ADBE4532F14B}"/>
              </a:ext>
            </a:extLst>
          </p:cNvPr>
          <p:cNvCxnSpPr>
            <a:cxnSpLocks/>
          </p:cNvCxnSpPr>
          <p:nvPr userDrawn="1"/>
        </p:nvCxnSpPr>
        <p:spPr>
          <a:xfrm>
            <a:off x="6239256" y="6400800"/>
            <a:ext cx="5696712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BD3D0E-B840-954D-3F30-415E65D95F49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6238696" y="6400800"/>
            <a:ext cx="786384" cy="310896"/>
          </a:xfrm>
        </p:spPr>
        <p:txBody>
          <a:bodyPr/>
          <a:lstStyle/>
          <a:p>
            <a:fld id="{9B86FE84-7738-4957-9F2B-2D81D79E4FF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CA78AD-DA55-4FE5-03AB-ABB543E533C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9B575A-AD99-965D-55B8-2DDDB38C332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7180719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849D14-D7C0-ABC2-6A3E-B09EAF315185}"/>
              </a:ext>
            </a:extLst>
          </p:cNvPr>
          <p:cNvSpPr/>
          <p:nvPr userDrawn="1"/>
        </p:nvSpPr>
        <p:spPr>
          <a:xfrm>
            <a:off x="0" y="0"/>
            <a:ext cx="12192000" cy="4952979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271090-71B1-ADAE-86F3-A1810202360D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FA7F720A-3147-3D23-362D-0F08357DE72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1124" y="609589"/>
            <a:ext cx="10969752" cy="3733800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60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90000"/>
              </a:lnSpc>
              <a:buNone/>
              <a:defRPr sz="54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90000"/>
              </a:lnSpc>
              <a:buNone/>
              <a:defRPr sz="48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90000"/>
              </a:lnSpc>
              <a:buNone/>
              <a:defRPr sz="44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90000"/>
              </a:lnSpc>
              <a:buNone/>
              <a:defRPr sz="40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76B2E3-A22A-C940-E9C4-449BB4B2C75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697DEFDD-EB76-403A-B22B-73323B21FC7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49172B-25EE-D488-FBDE-E6B84F2DD26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0529A5-9C82-76BF-D43B-AE46A420CE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380397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3849D14-D7C0-ABC2-6A3E-B09EAF315185}"/>
              </a:ext>
            </a:extLst>
          </p:cNvPr>
          <p:cNvSpPr/>
          <p:nvPr userDrawn="1"/>
        </p:nvSpPr>
        <p:spPr>
          <a:xfrm flipV="1">
            <a:off x="0" y="4952979"/>
            <a:ext cx="12192000" cy="1905021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6">
            <a:extLst>
              <a:ext uri="{FF2B5EF4-FFF2-40B4-BE49-F238E27FC236}">
                <a16:creationId xmlns:a16="http://schemas.microsoft.com/office/drawing/2014/main" id="{FA7F720A-3147-3D23-362D-0F08357DE72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1124" y="609589"/>
            <a:ext cx="10969752" cy="3733800"/>
          </a:xfrm>
        </p:spPr>
        <p:txBody>
          <a:bodyPr anchor="ctr">
            <a:noAutofit/>
          </a:bodyPr>
          <a:lstStyle>
            <a:lvl1pPr marL="0" indent="0" algn="ctr">
              <a:lnSpc>
                <a:spcPct val="90000"/>
              </a:lnSpc>
              <a:buNone/>
              <a:defRPr sz="60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90000"/>
              </a:lnSpc>
              <a:buNone/>
              <a:defRPr sz="54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90000"/>
              </a:lnSpc>
              <a:buNone/>
              <a:defRPr sz="48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90000"/>
              </a:lnSpc>
              <a:buNone/>
              <a:defRPr sz="44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90000"/>
              </a:lnSpc>
              <a:buNone/>
              <a:defRPr sz="40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271090-71B1-ADAE-86F3-A1810202360D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B9379FA-DBC3-C6EE-245D-913BE2A2FCC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2F66299-DB36-4878-A61C-7B025D03D1B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D16183-FF34-EA68-A1DB-C171B675A7E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D11D6A-D1D7-CD4E-6747-ADF6E779834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5921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C498BB1-FD53-94D3-0362-95613CC5F80A}"/>
              </a:ext>
            </a:extLst>
          </p:cNvPr>
          <p:cNvSpPr/>
          <p:nvPr userDrawn="1"/>
        </p:nvSpPr>
        <p:spPr>
          <a:xfrm>
            <a:off x="256032" y="256031"/>
            <a:ext cx="11679936" cy="588873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F483FC-71B5-418B-A7F7-B126F1CD8A71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F6E1CB6-4A50-1364-430B-EF249B6D0012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612774" y="809242"/>
            <a:ext cx="10972800" cy="4782312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buNone/>
              <a:defRPr sz="6000" b="0">
                <a:solidFill>
                  <a:schemeClr val="tx1"/>
                </a:solidFill>
              </a:defRPr>
            </a:lvl1pPr>
            <a:lvl2pPr marL="228600" indent="0" algn="ctr">
              <a:lnSpc>
                <a:spcPct val="100000"/>
              </a:lnSpc>
              <a:buNone/>
              <a:defRPr sz="6000" b="0">
                <a:solidFill>
                  <a:schemeClr val="tx1"/>
                </a:solidFill>
              </a:defRPr>
            </a:lvl2pPr>
            <a:lvl3pPr marL="457200" indent="0" algn="ctr">
              <a:lnSpc>
                <a:spcPct val="100000"/>
              </a:lnSpc>
              <a:buNone/>
              <a:defRPr sz="6000" b="0">
                <a:solidFill>
                  <a:schemeClr val="tx1"/>
                </a:solidFill>
              </a:defRPr>
            </a:lvl3pPr>
            <a:lvl4pPr marL="685800" indent="0" algn="ctr">
              <a:lnSpc>
                <a:spcPct val="100000"/>
              </a:lnSpc>
              <a:buNone/>
              <a:defRPr sz="6000" b="0">
                <a:solidFill>
                  <a:schemeClr val="tx1"/>
                </a:solidFill>
              </a:defRPr>
            </a:lvl4pPr>
            <a:lvl5pPr marL="914400" indent="0" algn="ctr">
              <a:lnSpc>
                <a:spcPct val="100000"/>
              </a:lnSpc>
              <a:buNone/>
              <a:defRPr sz="6000"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062659-BA84-B43E-95E3-BA05E9A6D7F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9575E21-BFA8-446C-8793-AC767CEBEA8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11E7D5-8F15-9BD9-2BD8-E2783DD06D0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38181-72A2-3D92-ADB3-0322B089AFE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800912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310D054-6ECE-FF76-B50E-31C511B633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" y="256033"/>
            <a:ext cx="4620768" cy="119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6800" y="2514600"/>
            <a:ext cx="7059168" cy="3581400"/>
          </a:xfrm>
        </p:spPr>
        <p:txBody>
          <a:bodyPr anchor="b">
            <a:normAutofit/>
          </a:bodyPr>
          <a:lstStyle>
            <a:lvl1pPr marL="164592" indent="-164592" algn="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AF293C3-5307-525C-DE37-C325615F0EA4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CA818-8EF5-B2EC-E49E-5D683E260D0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35470CD2-0337-446C-BA7F-FE7052B0CB78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521077-A103-C8A6-17CA-69D8A0274B8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E2E07C-AD66-B9F5-3136-6AEE2734C2C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107405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8BEB77A3-6D27-C24C-0811-4C73A6B1E2B5}"/>
              </a:ext>
            </a:extLst>
          </p:cNvPr>
          <p:cNvSpPr/>
          <p:nvPr userDrawn="1"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04164BEA-C9B5-2D25-C283-44A8E1492C6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56032" y="256033"/>
            <a:ext cx="3706368" cy="119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2800"/>
            </a:lvl1pPr>
          </a:lstStyle>
          <a:p>
            <a:r>
              <a:rPr lang="en-US" dirty="0"/>
              <a:t>Quote author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E0899AD-BCF0-1C8C-E63C-116DF785E6B0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678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876800" y="1447800"/>
            <a:ext cx="6270296" cy="4804079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555F31-ACD3-5FBC-68CD-7303F35157C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EA494B1-9506-4C11-8CB3-E5AEB7E168E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03F1F2-84CC-6A20-ED63-8444D5EFB0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BF71FB-9AC0-42B9-1BF6-B9E72453869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2CA2633-8637-B799-0018-6630C0C6D854}"/>
              </a:ext>
            </a:extLst>
          </p:cNvPr>
          <p:cNvSpPr txBox="1">
            <a:spLocks/>
          </p:cNvSpPr>
          <p:nvPr userDrawn="1"/>
        </p:nvSpPr>
        <p:spPr>
          <a:xfrm>
            <a:off x="256032" y="6400800"/>
            <a:ext cx="582168" cy="310896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05CEC88-C3F2-4845-8C1B-309BAC5B01F4}" type="datetime1">
              <a:rPr lang="en-US" smtClean="0"/>
              <a:pPr/>
              <a:t>4/1/2026</a:t>
            </a:fld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E877B828-AA8F-7809-30D3-F5F649BC92BE}"/>
              </a:ext>
            </a:extLst>
          </p:cNvPr>
          <p:cNvSpPr txBox="1">
            <a:spLocks/>
          </p:cNvSpPr>
          <p:nvPr userDrawn="1"/>
        </p:nvSpPr>
        <p:spPr>
          <a:xfrm>
            <a:off x="1697736" y="6400800"/>
            <a:ext cx="1668105" cy="3082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Heartland Presentation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33A89C2-D776-D50E-4FA6-C7B2F98CB33F}"/>
              </a:ext>
            </a:extLst>
          </p:cNvPr>
          <p:cNvSpPr txBox="1">
            <a:spLocks/>
          </p:cNvSpPr>
          <p:nvPr userDrawn="1"/>
        </p:nvSpPr>
        <p:spPr>
          <a:xfrm>
            <a:off x="3621873" y="6400800"/>
            <a:ext cx="313095" cy="30828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0" tIns="45720" rIns="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74983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35AB6FF5-CF9D-2886-1AB3-7FA0F5B27468}"/>
              </a:ext>
            </a:extLst>
          </p:cNvPr>
          <p:cNvSpPr/>
          <p:nvPr userDrawn="1"/>
        </p:nvSpPr>
        <p:spPr>
          <a:xfrm>
            <a:off x="256032" y="256032"/>
            <a:ext cx="11679936" cy="469696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B6FA8B-0995-4E66-27FB-095DD494D3F1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505206E7-F9EC-808B-369E-FB2D37D7F5B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42816" y="5410201"/>
            <a:ext cx="3706368" cy="62408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600" b="1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5" name="Content Placeholder 6">
            <a:extLst>
              <a:ext uri="{FF2B5EF4-FFF2-40B4-BE49-F238E27FC236}">
                <a16:creationId xmlns:a16="http://schemas.microsoft.com/office/drawing/2014/main" id="{F322632E-C6AA-A8D3-59DC-E8DAC193335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15887" y="901338"/>
            <a:ext cx="9560226" cy="3406355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A073C0-FDCB-23A6-6717-07610BDF0D7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569B601-C24C-4288-9F0A-D27719F49307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198174B-BB28-DAB0-C56B-0CF1A6D3497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338FCA-CC86-BCB0-36A7-0DB990CBDB2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8489892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AC298B6E-5FAF-F473-DCA8-930F85E598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27D5A5-84C3-7EDE-A8EB-2DE057DE46AB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56032" y="1825625"/>
            <a:ext cx="570461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4150AE-A7C6-D328-35D7-F5B840930E3B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357" y="1825625"/>
            <a:ext cx="5704612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806F7F5-E67D-5CAE-28E2-755E36C20CEF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D26292-DB7E-16E7-7D3D-6042D3E959AA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3E16750A-767E-49B1-9108-466C35B328DF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9E4CF5-3AD5-7B49-56B0-63F856EC4CE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410C67-8EA7-07ED-7205-744CA673039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11236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AE79CCB6-225F-D26F-0E52-312554B02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54" y="1685735"/>
            <a:ext cx="570459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76AAF7-C632-FCD0-6A60-E0EA4A52F22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256031" y="2387600"/>
            <a:ext cx="5704613" cy="37861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1281" y="1685735"/>
            <a:ext cx="5704613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CD998360-6973-27D8-8B08-ACAE10572B3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31355" y="2387600"/>
            <a:ext cx="5704613" cy="37861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7CAC581-0D83-0DCD-C9E4-83C582ECCE31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EF2F722-ADE9-1A53-4971-5872F1D2D69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03E1604E-C4D5-48F9-984C-23D30D9B14A0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DA733D5-1F42-8D23-4BC9-2C93748DEF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3FA8872-9E11-7692-DD53-1511435BDB6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142543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BB18EB7-75F0-A8AF-F6FD-9C0B2F0D0F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01118E72-2F64-5C05-2511-7501E3126316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ECC70C-02A1-E1FD-9D96-431F7939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D8888C-DF23-491F-A7A5-D9727D8664BB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273F4D-6766-4D9E-3EE4-B4239BA4A5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9CFD45-72E6-A282-D658-2C5E2CF5A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8813871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3E4A79D8-2B15-2480-A981-F54FEC31458F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BEE547-C737-473E-39C9-6F63B8F9C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96E713-6171-497A-AF57-E6F504EDDBDD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9A3F51-C4AB-334D-5F50-02CF302BC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8BAEE5-1522-7E8C-DE31-3B6AE2A8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755290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3811C2E-734F-189A-A119-004E17C761B3}"/>
              </a:ext>
            </a:extLst>
          </p:cNvPr>
          <p:cNvSpPr/>
          <p:nvPr userDrawn="1"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38A25282-BD95-EF80-1011-D26A927CB7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3706368" cy="119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DE498F21-2FB9-5F1A-B9F3-7F69FDF1D1D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56032" y="2590545"/>
            <a:ext cx="3706368" cy="3499105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20806" r="-20806"/>
            </a:stretch>
          </a:blipFill>
        </p:spPr>
        <p:txBody>
          <a:bodyPr/>
          <a:lstStyle/>
          <a:p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E25A011-E33A-5F10-7E13-7312AABE49DA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678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032" y="2590800"/>
            <a:ext cx="7488936" cy="349910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72EE44-D5C2-5CC5-3129-DEA900D3083E}"/>
              </a:ext>
            </a:extLst>
          </p:cNvPr>
          <p:cNvSpPr>
            <a:spLocks noGrp="1"/>
          </p:cNvSpPr>
          <p:nvPr>
            <p:ph type="dt" sz="half" idx="12"/>
          </p:nvPr>
        </p:nvSpPr>
        <p:spPr>
          <a:xfrm>
            <a:off x="256032" y="6400800"/>
            <a:ext cx="582168" cy="310896"/>
          </a:xfrm>
        </p:spPr>
        <p:txBody>
          <a:bodyPr/>
          <a:lstStyle/>
          <a:p>
            <a:fld id="{C3F84EFB-7548-4FF6-90EA-B8EEB931BAF2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B254F2-7A97-4F3A-D01D-5EAACFD6C35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>
          <a:xfrm>
            <a:off x="1697736" y="6400800"/>
            <a:ext cx="1668105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0DB98D-8ABD-7B85-B231-4FD879B1DF1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3621873" y="6400800"/>
            <a:ext cx="313095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720045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E72FFCF-56DE-90C0-6E65-42FC0F2F2796}"/>
              </a:ext>
            </a:extLst>
          </p:cNvPr>
          <p:cNvSpPr/>
          <p:nvPr userDrawn="1"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accent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 </a:t>
            </a:r>
          </a:p>
        </p:txBody>
      </p:sp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1E41637E-8958-A209-7B64-3BF2D22EDE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3"/>
            <a:ext cx="3706368" cy="11917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F636D8A8-C269-DFF6-7979-605E7D572A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2" y="2590800"/>
            <a:ext cx="3706368" cy="3499105"/>
          </a:xfrm>
        </p:spPr>
        <p:txBody>
          <a:bodyPr anchor="b">
            <a:normAutofit/>
          </a:bodyPr>
          <a:lstStyle>
            <a:lvl1pPr marL="0" indent="0">
              <a:buNone/>
              <a:defRPr sz="16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0B56738-6D2A-B1CC-B73E-39F4D453A71B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3678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Picture Placeholder 10">
            <a:extLst>
              <a:ext uri="{FF2B5EF4-FFF2-40B4-BE49-F238E27FC236}">
                <a16:creationId xmlns:a16="http://schemas.microsoft.com/office/drawing/2014/main" id="{813191A8-E2CE-5C79-747B-2A7EB1E6695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447032" y="256032"/>
            <a:ext cx="7488936" cy="6345936"/>
          </a:xfrm>
          <a:blipFill dpi="0" rotWithShape="1">
            <a:blip r:embed="rId2">
              <a:alphaModFix amt="6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3553" r="-13553"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F3EC4B-4C15-F94B-D839-AA828386FEF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256032" y="6400800"/>
            <a:ext cx="582168" cy="310896"/>
          </a:xfrm>
        </p:spPr>
        <p:txBody>
          <a:bodyPr/>
          <a:lstStyle/>
          <a:p>
            <a:fld id="{C7489285-E026-416E-87D5-218D341B7CB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9CA26DF-FBB7-2F45-64C1-8B5F0669D8F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697736" y="6400800"/>
            <a:ext cx="1668105" cy="308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E0AB8E-3AA6-1309-D312-23680EC5A6D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3621873" y="6400800"/>
            <a:ext cx="313095" cy="308280"/>
          </a:xfrm>
        </p:spPr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96212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54CA1DE-6BC4-BF68-A540-7FD29F09DC6A}"/>
              </a:ext>
            </a:extLst>
          </p:cNvPr>
          <p:cNvSpPr/>
          <p:nvPr userDrawn="1"/>
        </p:nvSpPr>
        <p:spPr>
          <a:xfrm flipV="1">
            <a:off x="0" y="4572000"/>
            <a:ext cx="12192000" cy="228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1D9BF0F4-8550-7378-9CFA-18E61D92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56032" y="2895600"/>
            <a:ext cx="11679936" cy="1485900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0A2515E-7C42-6224-79AA-08D4FC358C39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7C75E-E10A-33B6-90A4-3304DFD25C1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07663F6-2E9D-40D2-9308-7156310E868A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49437C-BE74-BED9-110F-B2FD512E184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E9D27-46C9-7B36-3D66-77A234725F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743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E985FAF-0BCB-9E15-E8F8-9BFB42D543E9}"/>
              </a:ext>
            </a:extLst>
          </p:cNvPr>
          <p:cNvSpPr/>
          <p:nvPr userDrawn="1"/>
        </p:nvSpPr>
        <p:spPr>
          <a:xfrm>
            <a:off x="5001768" y="2323698"/>
            <a:ext cx="6934200" cy="3848501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F578FFEA-3B08-2976-0620-537D6982C8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1" y="256032"/>
            <a:ext cx="4745737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3" name="Content Placeholder 7">
            <a:extLst>
              <a:ext uri="{FF2B5EF4-FFF2-40B4-BE49-F238E27FC236}">
                <a16:creationId xmlns:a16="http://schemas.microsoft.com/office/drawing/2014/main" id="{39AB1706-CD25-7131-6EC1-0BD1ED722936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611368" y="2647745"/>
            <a:ext cx="5715000" cy="3200399"/>
          </a:xfrm>
        </p:spPr>
        <p:txBody>
          <a:bodyPr anchor="ctr">
            <a:normAutofit/>
          </a:bodyPr>
          <a:lstStyle>
            <a:lvl1pPr marL="0" indent="0">
              <a:buNone/>
              <a:defRPr sz="2000"/>
            </a:lvl1pPr>
            <a:lvl2pPr marL="228600" indent="0">
              <a:buNone/>
              <a:defRPr sz="2000"/>
            </a:lvl2pPr>
            <a:lvl3pPr marL="457200" indent="0">
              <a:buNone/>
              <a:defRPr sz="2000"/>
            </a:lvl3pPr>
            <a:lvl4pPr marL="685800" indent="0">
              <a:buNone/>
              <a:defRPr sz="2000"/>
            </a:lvl4pPr>
            <a:lvl5pPr marL="914400" indent="0">
              <a:buNone/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CCA847C-AD0A-D71A-B6B9-D2DB4C2585F9}"/>
              </a:ext>
            </a:extLst>
          </p:cNvPr>
          <p:cNvCxnSpPr>
            <a:cxnSpLocks/>
          </p:cNvCxnSpPr>
          <p:nvPr userDrawn="1"/>
        </p:nvCxnSpPr>
        <p:spPr>
          <a:xfrm>
            <a:off x="256032" y="6400800"/>
            <a:ext cx="11679936" cy="0"/>
          </a:xfrm>
          <a:prstGeom prst="line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534A3B9-E6B5-B58D-9FBC-3CBCD7AE5D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47DFB21-6363-4F84-A5B1-4D9BA020EA32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E68B08A9-EF68-979D-D046-9D022AEE5A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6A5149E-AA1A-971C-BE88-455252523B6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8079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" y="256032"/>
            <a:ext cx="11679936" cy="12309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56032" y="1629786"/>
            <a:ext cx="11679936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56032" y="6400800"/>
            <a:ext cx="786384" cy="31089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6045011-62C1-4BEA-AA0F-B8C3897F9FD9}" type="datetime1">
              <a:rPr lang="en-US" smtClean="0"/>
              <a:t>4/1/2026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86162" y="6400800"/>
            <a:ext cx="2642616" cy="308280"/>
          </a:xfrm>
          <a:prstGeom prst="rect">
            <a:avLst/>
          </a:prstGeom>
        </p:spPr>
        <p:txBody>
          <a:bodyPr vert="horz" lIns="91440" tIns="45720" rIns="0" bIns="45720" rtlCol="0" anchor="ctr"/>
          <a:lstStyle>
            <a:lvl1pPr algn="r" rtl="0">
              <a:defRPr sz="8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47096" y="6400800"/>
            <a:ext cx="788872" cy="308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lang="en-US" sz="8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D550D4C-7310-48EB-AB4A-11C1BDEC928F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98953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  <p:sldLayoutId id="2147483735" r:id="rId13"/>
    <p:sldLayoutId id="2147483736" r:id="rId14"/>
    <p:sldLayoutId id="2147483737" r:id="rId15"/>
    <p:sldLayoutId id="2147483738" r:id="rId16"/>
    <p:sldLayoutId id="2147483739" r:id="rId17"/>
    <p:sldLayoutId id="2147483740" r:id="rId18"/>
    <p:sldLayoutId id="2147483741" r:id="rId19"/>
    <p:sldLayoutId id="2147483742" r:id="rId20"/>
    <p:sldLayoutId id="2147483743" r:id="rId21"/>
    <p:sldLayoutId id="2147483744" r:id="rId22"/>
    <p:sldLayoutId id="2147483745" r:id="rId23"/>
    <p:sldLayoutId id="2147483746" r:id="rId24"/>
    <p:sldLayoutId id="2147483747" r:id="rId25"/>
    <p:sldLayoutId id="2147483748" r:id="rId26"/>
    <p:sldLayoutId id="2147483749" r:id="rId27"/>
    <p:sldLayoutId id="2147483750" r:id="rId28"/>
    <p:sldLayoutId id="2147483751" r:id="rId29"/>
    <p:sldLayoutId id="2147483752" r:id="rId30"/>
    <p:sldLayoutId id="2147483753" r:id="rId31"/>
    <p:sldLayoutId id="2147483754" r:id="rId32"/>
    <p:sldLayoutId id="2147483755" r:id="rId33"/>
    <p:sldLayoutId id="2147483756" r:id="rId34"/>
    <p:sldLayoutId id="2147483757" r:id="rId35"/>
    <p:sldLayoutId id="2147483758" r:id="rId36"/>
    <p:sldLayoutId id="2147483759" r:id="rId37"/>
    <p:sldLayoutId id="2147483760" r:id="rId38"/>
    <p:sldLayoutId id="2147483761" r:id="rId39"/>
    <p:sldLayoutId id="2147483762" r:id="rId40"/>
    <p:sldLayoutId id="2147483763" r:id="rId41"/>
    <p:sldLayoutId id="2147483764" r:id="rId42"/>
    <p:sldLayoutId id="2147483765" r:id="rId43"/>
    <p:sldLayoutId id="2147483766" r:id="rId44"/>
    <p:sldLayoutId id="2147483767" r:id="rId45"/>
    <p:sldLayoutId id="2147483768" r:id="rId46"/>
    <p:sldLayoutId id="2147483769" r:id="rId47"/>
    <p:sldLayoutId id="2147483770" r:id="rId48"/>
    <p:sldLayoutId id="2147483771" r:id="rId49"/>
    <p:sldLayoutId id="2147483772" r:id="rId50"/>
    <p:sldLayoutId id="2147483773" r:id="rId51"/>
    <p:sldLayoutId id="2147483774" r:id="rId52"/>
    <p:sldLayoutId id="2147483775" r:id="rId53"/>
    <p:sldLayoutId id="2147483776" r:id="rId54"/>
    <p:sldLayoutId id="2147483777" r:id="rId55"/>
    <p:sldLayoutId id="2147483778" r:id="rId56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000" b="1" i="0" kern="1200" cap="all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2160">
          <p15:clr>
            <a:srgbClr val="F26B43"/>
          </p15:clr>
        </p15:guide>
        <p15:guide id="20" pos="3840">
          <p15:clr>
            <a:srgbClr val="F26B43"/>
          </p15:clr>
        </p15:guide>
        <p15:guide id="21" pos="7296">
          <p15:clr>
            <a:srgbClr val="F26B43"/>
          </p15:clr>
        </p15:guide>
        <p15:guide id="22" pos="3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nio.com/pt/paisagens/parques-nacionais/paisagem-natureza-ceu-montanha-por-do-sol-agua-mar" TargetMode="External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DA39E0C-DCD6-A65D-C252-79AF7F81CB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6424" y="954156"/>
            <a:ext cx="9979152" cy="1490340"/>
          </a:xfrm>
        </p:spPr>
        <p:txBody>
          <a:bodyPr>
            <a:normAutofit/>
          </a:bodyPr>
          <a:lstStyle/>
          <a:p>
            <a:r>
              <a:rPr lang="en-US" dirty="0"/>
              <a:t>Agência mega viagem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5BCE3760-2BE8-EA7D-E3FF-401690ABF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7500" y="5903844"/>
            <a:ext cx="6477000" cy="725556"/>
          </a:xfrm>
        </p:spPr>
        <p:txBody>
          <a:bodyPr/>
          <a:lstStyle/>
          <a:p>
            <a:r>
              <a:rPr lang="en-US" dirty="0"/>
              <a:t>Presentation subtitle</a:t>
            </a:r>
          </a:p>
        </p:txBody>
      </p:sp>
      <p:pic>
        <p:nvPicPr>
          <p:cNvPr id="5" name="Espaço Reservado para Imagem 4">
            <a:extLst>
              <a:ext uri="{FF2B5EF4-FFF2-40B4-BE49-F238E27FC236}">
                <a16:creationId xmlns:a16="http://schemas.microsoft.com/office/drawing/2014/main" id="{0D46EA32-A4EF-D539-12FC-450BDEB590D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t="19226" b="19226"/>
          <a:stretch>
            <a:fillRect/>
          </a:stretch>
        </p:blipFill>
        <p:spPr/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BD74E7EC-E17E-99C1-3CB6-17E497DDB103}"/>
              </a:ext>
            </a:extLst>
          </p:cNvPr>
          <p:cNvSpPr txBox="1"/>
          <p:nvPr/>
        </p:nvSpPr>
        <p:spPr>
          <a:xfrm>
            <a:off x="3733800" y="5105400"/>
            <a:ext cx="449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Alejandro P. Pereira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40413644"/>
      </p:ext>
    </p:extLst>
  </p:cSld>
  <p:clrMapOvr>
    <a:masterClrMapping/>
  </p:clrMapOvr>
</p:sld>
</file>

<file path=ppt/theme/theme1.xml><?xml version="1.0" encoding="utf-8"?>
<a:theme xmlns:a="http://schemas.openxmlformats.org/drawingml/2006/main" name="Heartland dreamer">
  <a:themeElements>
    <a:clrScheme name="Custom 83">
      <a:dk1>
        <a:srgbClr val="3C322C"/>
      </a:dk1>
      <a:lt1>
        <a:sysClr val="window" lastClr="FFFFFF"/>
      </a:lt1>
      <a:dk2>
        <a:srgbClr val="000000"/>
      </a:dk2>
      <a:lt2>
        <a:srgbClr val="E8E8E8"/>
      </a:lt2>
      <a:accent1>
        <a:srgbClr val="C1B6A4"/>
      </a:accent1>
      <a:accent2>
        <a:srgbClr val="F2EFEC"/>
      </a:accent2>
      <a:accent3>
        <a:srgbClr val="E3DDDA"/>
      </a:accent3>
      <a:accent4>
        <a:srgbClr val="C3BAA9"/>
      </a:accent4>
      <a:accent5>
        <a:srgbClr val="E8E2D8"/>
      </a:accent5>
      <a:accent6>
        <a:srgbClr val="8D8078"/>
      </a:accent6>
      <a:hlink>
        <a:srgbClr val="467886"/>
      </a:hlink>
      <a:folHlink>
        <a:srgbClr val="96607D"/>
      </a:folHlink>
    </a:clrScheme>
    <a:fontScheme name="Custom 103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eartland Dreamer_win32_LW_V6" id="{FC85973C-5BB6-4F19-89AD-0D9F2EFE4211}" vid="{30CC35F9-3011-4B60-AB60-805FE93BCC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2" ma:contentTypeDescription="Create a new document." ma:contentTypeScope="" ma:versionID="0635a23c60cc3de58ab4c1efc88efc6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b2ec4e1d644ed04c8d3fd0ef60d056a4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  <xsd:element ref="ns2:HasDigitalSignature" minOccurs="0"/>
                <xsd:element ref="ns2:DigitalSignatureProvide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  <xsd:element name="HasDigitalSignature" ma:index="34" nillable="true" ma:displayName="Signed electronically" ma:internalName="HasDigitalSignature" ma:readOnly="true">
      <xsd:simpleType>
        <xsd:restriction base="dms:Boolean"/>
      </xsd:simpleType>
    </xsd:element>
    <xsd:element name="DigitalSignatureProvider" ma:index="35" nillable="true" ma:displayName="Signature provider" ma:internalName="DigitalSignatureProvider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ImageTagsTaxHTField xmlns="71af3243-3dd4-4a8d-8c0d-dd76da1f02a5">
      <Terms xmlns="http://schemas.microsoft.com/office/infopath/2007/PartnerControls"/>
    </ImageTagsTaxHTField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CD65C96-2745-45F3-80B6-7D65B2E448A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C3C7AED-0012-46FA-9D94-32A94FCFC643}">
  <ds:schemaRefs>
    <ds:schemaRef ds:uri="http://schemas.microsoft.com/office/infopath/2007/PartnerControls"/>
    <ds:schemaRef ds:uri="http://purl.org/dc/terms/"/>
    <ds:schemaRef ds:uri="71af3243-3dd4-4a8d-8c0d-dd76da1f02a5"/>
    <ds:schemaRef ds:uri="http://purl.org/dc/elements/1.1/"/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16c05727-aa75-4e4a-9b5f-8a80a1165891"/>
    <ds:schemaRef ds:uri="http://schemas.microsoft.com/office/2006/metadata/properties"/>
    <ds:schemaRef ds:uri="230e9df3-be65-4c73-a93b-d1236ebd677e"/>
    <ds:schemaRef ds:uri="http://schemas.microsoft.com/sharepoint/v3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094E715A-E89E-4D2B-BDA6-D6593AD9E0E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3875</TotalTime>
  <Words>9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Arial</vt:lpstr>
      <vt:lpstr>Arial Nova</vt:lpstr>
      <vt:lpstr>Heartland dreamer</vt:lpstr>
      <vt:lpstr>Agência mega viagem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Usuário Local</dc:creator>
  <cp:lastModifiedBy>Usuário Local</cp:lastModifiedBy>
  <cp:revision>1</cp:revision>
  <dcterms:created xsi:type="dcterms:W3CDTF">2025-10-30T20:20:56Z</dcterms:created>
  <dcterms:modified xsi:type="dcterms:W3CDTF">2026-04-01T19:51:37Z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